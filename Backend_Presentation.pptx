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sldIdLst>
    <p:sldId id="256" r:id="rId2"/>
    <p:sldId id="270" r:id="rId3"/>
    <p:sldId id="268" r:id="rId4"/>
    <p:sldId id="269" r:id="rId5"/>
    <p:sldId id="257" r:id="rId6"/>
    <p:sldId id="258" r:id="rId7"/>
    <p:sldId id="264" r:id="rId8"/>
    <p:sldId id="259" r:id="rId9"/>
    <p:sldId id="265" r:id="rId10"/>
    <p:sldId id="260" r:id="rId11"/>
    <p:sldId id="266" r:id="rId12"/>
    <p:sldId id="261" r:id="rId13"/>
    <p:sldId id="262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66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5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31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80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801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121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143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50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09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07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06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53452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2420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45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0521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31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103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732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025" y="648321"/>
            <a:ext cx="7587615" cy="1293028"/>
          </a:xfrm>
        </p:spPr>
        <p:txBody>
          <a:bodyPr>
            <a:normAutofit fontScale="90000"/>
          </a:bodyPr>
          <a:lstStyle/>
          <a:p>
            <a:r>
              <a:rPr dirty="0"/>
              <a:t>College Website - Backend </a:t>
            </a:r>
            <a:r>
              <a:rPr lang="en-US" dirty="0"/>
              <a:t>development using django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sz="half" idx="1"/>
          </p:nvPr>
        </p:nvSpPr>
        <p:spPr>
          <a:xfrm>
            <a:off x="818347" y="3848100"/>
            <a:ext cx="3685073" cy="2244129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Guide </a:t>
            </a:r>
          </a:p>
          <a:p>
            <a:pPr marL="0" indent="0" algn="ctr">
              <a:buNone/>
            </a:pPr>
            <a:r>
              <a:rPr lang="en-US" dirty="0"/>
              <a:t>  Mr. Shreenivas  </a:t>
            </a:r>
            <a:r>
              <a:rPr lang="en-US" sz="1000" b="1" dirty="0"/>
              <a:t>MCA</a:t>
            </a:r>
          </a:p>
          <a:p>
            <a:pPr marL="0" indent="0" algn="ctr">
              <a:buNone/>
            </a:pPr>
            <a:r>
              <a:rPr lang="en-US" sz="2000" dirty="0"/>
              <a:t>SIGS, Tumkur </a:t>
            </a:r>
            <a:endParaRPr lang="en-US" sz="1000" dirty="0"/>
          </a:p>
          <a:p>
            <a:pPr marL="0" indent="0" algn="r">
              <a:buNone/>
            </a:pPr>
            <a:endParaRPr lang="en-US" dirty="0"/>
          </a:p>
          <a:p>
            <a:pPr algn="r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03AA4A-A508-85A0-5381-B3715D2A2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12007" y="3689326"/>
            <a:ext cx="3989070" cy="252035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Presented by </a:t>
            </a:r>
          </a:p>
          <a:p>
            <a:pPr marL="0" indent="0" algn="ctr">
              <a:buNone/>
            </a:pPr>
            <a:r>
              <a:rPr lang="en-US" dirty="0"/>
              <a:t> Jai Keerthana G</a:t>
            </a:r>
          </a:p>
          <a:p>
            <a:pPr marL="0" indent="0" algn="ctr">
              <a:buNone/>
            </a:pPr>
            <a:r>
              <a:rPr lang="en-US" dirty="0"/>
              <a:t>Final Year BCA </a:t>
            </a:r>
          </a:p>
          <a:p>
            <a:pPr marL="0" indent="0" algn="ctr">
              <a:buNone/>
            </a:pPr>
            <a:r>
              <a:rPr lang="en-US" sz="2400" dirty="0"/>
              <a:t>SIGS , Tumkur </a:t>
            </a:r>
            <a:endParaRPr lang="en-US" sz="1050" dirty="0"/>
          </a:p>
          <a:p>
            <a:pPr marL="0" indent="0" algn="ctr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85919-49CF-CE3D-0883-4939E6A67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Objectives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7D4B6-29F4-AC12-7863-457C45BF9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Manage faculty records.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 secure login system.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Store data efficiently using database.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Create scalable backend APIs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Reduce manual work in administration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681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316ED-6CFC-E5BA-3A2F-A98181B30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Introduction to Django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87099-D77A-9F4B-9CFB-1EE9B8719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1857375"/>
            <a:ext cx="7955280" cy="440626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   </a:t>
            </a:r>
            <a:r>
              <a:rPr lang="en-US" sz="2800" b="1" dirty="0"/>
              <a:t>What is Django?</a:t>
            </a:r>
          </a:p>
          <a:p>
            <a:pPr marL="0" indent="0">
              <a:buNone/>
            </a:pPr>
            <a:endParaRPr lang="en-US" sz="28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Django is a high-level Python web framework.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helps developers build secure and scalable web applications.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Follows the MVT (Model-View-Template) architecture.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for fast development and clean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Open-source and widely used in web development.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1223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294C-22A3-32DA-417A-904B91AA4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50" y="664845"/>
            <a:ext cx="5330190" cy="152971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Why Django for College Website?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3392-BD93-580A-7507-49F4F5FF7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Fast backend development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Built-in admin panel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Secure authentication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Easy database handling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Scalable for future features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Supports REST APIs and integrations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695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697698"/>
            <a:ext cx="7797165" cy="1293028"/>
          </a:xfrm>
        </p:spPr>
        <p:txBody>
          <a:bodyPr/>
          <a:lstStyle/>
          <a:p>
            <a:r>
              <a:t>Secure Administration Login</a:t>
            </a:r>
          </a:p>
        </p:txBody>
      </p:sp>
      <p:pic>
        <p:nvPicPr>
          <p:cNvPr id="3" name="Picture 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1914525"/>
            <a:ext cx="8915400" cy="4838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Admin Dashboard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73276-3C4A-43EC-63E6-4995AB029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2140484"/>
            <a:ext cx="8648700" cy="4249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537D-1E93-DE8C-8FF9-95CF38F04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Admin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77CB07-19A6-2739-DD58-481F26A6A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324099"/>
            <a:ext cx="4064687" cy="41433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161F737-F6AB-ED86-DBFC-E276FB1E6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300" y="2345737"/>
            <a:ext cx="4570300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96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Managing Admission Applications 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9B9F1-F84B-8FF4-AACD-517459F61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" y="2170269"/>
            <a:ext cx="8549640" cy="41796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E722F-DB6F-A87B-1EE4-6F912C1D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D8B013-976F-4F84-4A33-3815A56C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68" y="924560"/>
            <a:ext cx="8801863" cy="58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619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Managing Dynamic Frontend Content (Hero Section)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FA312-74E4-2274-72CE-6308BCC2A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" y="2550595"/>
            <a:ext cx="8549640" cy="3926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FB09-3BAA-2FB3-2C9F-4582DC671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F13B3C-3214-00A8-EE62-93AC323CD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00"/>
            <a:ext cx="9143999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019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Models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The system uses an ORM-based relational database design. Key models include</a:t>
            </a:r>
          </a:p>
          <a:p>
            <a:r>
              <a:rPr dirty="0"/>
              <a:t>Admission</a:t>
            </a:r>
            <a:r>
              <a:rPr lang="en-US" dirty="0"/>
              <a:t> </a:t>
            </a:r>
            <a:r>
              <a:rPr dirty="0"/>
              <a:t>Application: Handles student enrollments, docs, and academic data</a:t>
            </a:r>
          </a:p>
          <a:p>
            <a:r>
              <a:rPr dirty="0"/>
              <a:t>Faculty</a:t>
            </a:r>
            <a:r>
              <a:rPr lang="en-US" dirty="0"/>
              <a:t> </a:t>
            </a:r>
            <a:r>
              <a:rPr dirty="0"/>
              <a:t>Member &amp; Course: Manages academic programs and staff profiles</a:t>
            </a:r>
          </a:p>
          <a:p>
            <a:r>
              <a:rPr dirty="0"/>
              <a:t>Announcement &amp; Gallery</a:t>
            </a:r>
            <a:r>
              <a:rPr lang="en-US" dirty="0"/>
              <a:t> </a:t>
            </a:r>
            <a:r>
              <a:rPr dirty="0"/>
              <a:t>Media: Powers dynamic updates and multimedia displays</a:t>
            </a:r>
          </a:p>
          <a:p>
            <a:r>
              <a:rPr dirty="0"/>
              <a:t>Hero</a:t>
            </a:r>
            <a:r>
              <a:rPr lang="en-US" dirty="0"/>
              <a:t> </a:t>
            </a:r>
            <a:r>
              <a:rPr dirty="0"/>
              <a:t>Section: Controls the homepage video and text configuration</a:t>
            </a:r>
          </a:p>
          <a:p>
            <a:r>
              <a:rPr dirty="0"/>
              <a:t>Contact</a:t>
            </a:r>
            <a:r>
              <a:rPr lang="en-US" dirty="0"/>
              <a:t> </a:t>
            </a:r>
            <a:r>
              <a:rPr dirty="0"/>
              <a:t>Message: Stores user inquiries from the frontend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2914650"/>
            <a:ext cx="7955280" cy="3348990"/>
          </a:xfrm>
        </p:spPr>
        <p:txBody>
          <a:bodyPr/>
          <a:lstStyle/>
          <a:p>
            <a:r>
              <a:rPr dirty="0"/>
              <a:t>Our technology stack ensures security, scalability</a:t>
            </a:r>
            <a:r>
              <a:rPr lang="en-US" dirty="0"/>
              <a:t>.</a:t>
            </a:r>
            <a:endParaRPr dirty="0"/>
          </a:p>
          <a:p>
            <a:r>
              <a:rPr dirty="0"/>
              <a:t>Framework: Django (Python)</a:t>
            </a:r>
          </a:p>
          <a:p>
            <a:r>
              <a:rPr dirty="0"/>
              <a:t>Database: SQLite (Local) / PostgreSQL (Production)</a:t>
            </a:r>
          </a:p>
          <a:p>
            <a:r>
              <a:rPr dirty="0"/>
              <a:t>File Storage: </a:t>
            </a:r>
            <a:r>
              <a:rPr dirty="0" err="1"/>
              <a:t>Cloudinary</a:t>
            </a:r>
            <a:r>
              <a:rPr dirty="0"/>
              <a:t> / Local Media</a:t>
            </a:r>
          </a:p>
          <a:p>
            <a:r>
              <a:rPr dirty="0"/>
              <a:t>Deployment: Render.com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6B40-6E5D-2DAF-3B6D-595FC2D4D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E3383-FA2D-7699-C8A4-1E1451299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1E8EE4-61F4-13C0-75C9-C542A94BDBAE}"/>
              </a:ext>
            </a:extLst>
          </p:cNvPr>
          <p:cNvSpPr/>
          <p:nvPr/>
        </p:nvSpPr>
        <p:spPr>
          <a:xfrm>
            <a:off x="1048439" y="2967335"/>
            <a:ext cx="7047121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00641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150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7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750" fill="hold">
                                          <p:stCondLst>
                                            <p:cond delay="7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750" fill="hold">
                                          <p:stCondLst>
                                            <p:cond delay="15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750" fill="hold">
                                          <p:stCondLst>
                                            <p:cond delay="22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206</TotalTime>
  <Words>263</Words>
  <Application>Microsoft Office PowerPoint</Application>
  <PresentationFormat>On-screen Show (4:3)</PresentationFormat>
  <Paragraphs>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Century Gothic</vt:lpstr>
      <vt:lpstr>Vapor Trail</vt:lpstr>
      <vt:lpstr>College Website - Backend development using django</vt:lpstr>
      <vt:lpstr>Objectives </vt:lpstr>
      <vt:lpstr>Introduction to Django </vt:lpstr>
      <vt:lpstr>Why Django for College Website? </vt:lpstr>
      <vt:lpstr>Secure Administration Login</vt:lpstr>
      <vt:lpstr>Admin Dashboard Overview</vt:lpstr>
      <vt:lpstr>Admin Dashboard</vt:lpstr>
      <vt:lpstr>Managing Admission Applications Data</vt:lpstr>
      <vt:lpstr>PowerPoint Presentation</vt:lpstr>
      <vt:lpstr>Managing Dynamic Frontend Content (Hero Section)</vt:lpstr>
      <vt:lpstr>PowerPoint Presentation</vt:lpstr>
      <vt:lpstr>Database Models &amp; Architecture</vt:lpstr>
      <vt:lpstr>Backend Technologies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Raj Tarun</dc:creator>
  <cp:keywords/>
  <dc:description>generated using python-pptx</dc:description>
  <cp:lastModifiedBy>Admin</cp:lastModifiedBy>
  <cp:revision>13</cp:revision>
  <dcterms:created xsi:type="dcterms:W3CDTF">2013-01-27T09:14:16Z</dcterms:created>
  <dcterms:modified xsi:type="dcterms:W3CDTF">2026-05-11T09:45:50Z</dcterms:modified>
  <cp:category/>
</cp:coreProperties>
</file>