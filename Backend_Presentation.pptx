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6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4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2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1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6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1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2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4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1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8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98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College Website - Backend Architecture &amp; Admin Panel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Powered by Django</a:t>
            </a:r>
          </a:p>
          <a:p>
            <a:r>
              <a:t>Dynamic Content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Administration Login</a:t>
            </a:r>
          </a:p>
        </p:txBody>
      </p:sp>
      <p:pic>
        <p:nvPicPr>
          <p:cNvPr id="3" name="Picture 2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0689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 Overview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621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Admission Applications Data</a:t>
            </a:r>
          </a:p>
        </p:txBody>
      </p:sp>
      <p:pic>
        <p:nvPicPr>
          <p:cNvPr id="3" name="Picture 2" descr="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43088"/>
            <a:ext cx="7315200" cy="4538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Dynamic Frontend Content (Hero Section)</a:t>
            </a:r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Our technology stack ensures security, scalability, and ease of management:</a:t>
            </a:r>
          </a:p>
          <a:p>
            <a:r>
              <a:rPr dirty="0"/>
              <a:t>• Framework: Django (Python)</a:t>
            </a:r>
          </a:p>
          <a:p>
            <a:r>
              <a:rPr dirty="0"/>
              <a:t>• Database: SQLite (Local) / PostgreSQL (Production)</a:t>
            </a:r>
          </a:p>
          <a:p>
            <a:r>
              <a:rPr dirty="0"/>
              <a:t>• File Storage: </a:t>
            </a:r>
            <a:r>
              <a:rPr dirty="0" err="1"/>
              <a:t>Cloudinary</a:t>
            </a:r>
            <a:r>
              <a:rPr dirty="0"/>
              <a:t> / Local Media</a:t>
            </a:r>
          </a:p>
          <a:p>
            <a:r>
              <a:rPr dirty="0"/>
              <a:t>• Deployment: Render.com with </a:t>
            </a:r>
            <a:r>
              <a:rPr dirty="0" err="1"/>
              <a:t>Gunicorn</a:t>
            </a:r>
            <a:r>
              <a:rPr dirty="0"/>
              <a:t> &amp; </a:t>
            </a:r>
            <a:r>
              <a:rPr dirty="0" err="1"/>
              <a:t>WhiteNoise</a:t>
            </a:r>
            <a:endParaRPr dirty="0"/>
          </a:p>
          <a:p>
            <a:r>
              <a:rPr dirty="0"/>
              <a:t>• Frontend Integration: Django Templates &amp; Context Processors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93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College Website - Backend Architecture &amp; Admin Panel</vt:lpstr>
      <vt:lpstr>Secure Administration Login</vt:lpstr>
      <vt:lpstr>Admin Dashboard Overview</vt:lpstr>
      <vt:lpstr>Managing Admission Applications Data</vt:lpstr>
      <vt:lpstr>Managing Dynamic Frontend Content (Hero Section)</vt:lpstr>
      <vt:lpstr>Backend 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2026-04-29T05:20:43Z</dcterms:modified>
  <cp:category/>
</cp:coreProperties>
</file>